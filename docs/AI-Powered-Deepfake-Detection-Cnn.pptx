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strument Sans Medium" panose="020B0604020202020204" charset="0"/>
      <p:regular r:id="rId14"/>
    </p:embeddedFont>
    <p:embeddedFont>
      <p:font typeface="Instrument Sans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33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3769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AI-Powered Deepfake Face Detection: Combating Synthetic Media Threats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0419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presentation explores AI techniques for detecting synthetic deepfake media. We focus on CNNs and attention-based models to tackle evolving threats. The project blends technical depth with practical insights, ideal for academic evaluation in computer science.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7109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GANESH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3290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U23IA22S0011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87974"/>
            <a:ext cx="58897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Rise of Deepfakes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3691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017306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Rapid Growth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505200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Deepfakes leverage generative AI to create hyper-realistic fake videos.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293691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937319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Accessible Tools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505200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 source tools make creating deepfakes easy and widespread.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04753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017306" y="5125403"/>
            <a:ext cx="3007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Challenging Detection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61582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methods struggle with increasingly sophisticated synthetic media.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9114" y="772478"/>
            <a:ext cx="7257217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Threats Posed by Deepfakes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9114" y="1780342"/>
            <a:ext cx="7618571" cy="1255752"/>
          </a:xfrm>
          <a:prstGeom prst="roundRect">
            <a:avLst>
              <a:gd name="adj" fmla="val 156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66999" y="1998226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Misinformation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66999" y="2469475"/>
            <a:ext cx="718280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Deepfakes can spread false news undermining public trust.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9114" y="3253978"/>
            <a:ext cx="7618571" cy="1255752"/>
          </a:xfrm>
          <a:prstGeom prst="roundRect">
            <a:avLst>
              <a:gd name="adj" fmla="val 156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66999" y="3471863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Privacy Violation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66999" y="3943112"/>
            <a:ext cx="718280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Fake media can misuse personal images for harassment or defamation.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9114" y="4727615"/>
            <a:ext cx="7618571" cy="1255752"/>
          </a:xfrm>
          <a:prstGeom prst="roundRect">
            <a:avLst>
              <a:gd name="adj" fmla="val 156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66999" y="4945499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Risks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66999" y="5416748"/>
            <a:ext cx="718280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Manipulated videos threaten identity verification and cybersecurity.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9114" y="6201251"/>
            <a:ext cx="7618571" cy="1255752"/>
          </a:xfrm>
          <a:prstGeom prst="roundRect">
            <a:avLst>
              <a:gd name="adj" fmla="val 156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66999" y="6419136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Political Interference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66999" y="6890385"/>
            <a:ext cx="718280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Synthetic media may disrupt democratic processes and elections.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8114"/>
            <a:ext cx="110951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AI-Based Deepfake Detection Techniques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33869"/>
            <a:ext cx="5140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Convolutional Neural Networks (CNNs)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150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 spatial features from face images for manipulation cues.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448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 inconsistencies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870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Texture anomalies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292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Blending artifacts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333869"/>
            <a:ext cx="32477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Attention-Based Models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9150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critical facial regions enhancing detection precision.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448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Learn long-range dependencies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870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Highlight subtle irregularities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7292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 to new forgery styles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644985"/>
            <a:ext cx="8142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Architecture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6939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processes video frames through preprocessing, feature extraction by CNNs, attention modules for region focus, and a classifier for final detection.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72062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and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Source Datasets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Used large public datasets: FaceForensics++, Celeb-DF, and DeepFakeDetection.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Preprocessing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 detection and alignment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Normalizing pixel intensities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Augmentation: rotation, scaling, brightness adjustment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4018"/>
            <a:ext cx="59181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Training Details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762958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1989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Initialization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4801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Used pretrained CNN backbone for faster convergence.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123843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350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Fine-Tuning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38410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Trained attention modules to refine feature focus.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484727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47115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Optimization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5201960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Adam optimizer with learning rate decay and early stopping.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154579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54422" y="6381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754422" y="687181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Used stratified k-fold cross-validation for robustness.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66374"/>
            <a:ext cx="59827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 and Evaluation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15314"/>
            <a:ext cx="7556421" cy="3266837"/>
          </a:xfrm>
          <a:prstGeom prst="roundRect">
            <a:avLst>
              <a:gd name="adj" fmla="val 62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287810" y="2522934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14624" y="266664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Metric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9024" y="266664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3173254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14624" y="331696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Accuracy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9024" y="331696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96.5%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3823573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514624" y="396728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Precision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024" y="396728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95.8%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4473893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14624" y="461760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Recall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289024" y="461760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97.2%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87810" y="5124212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514624" y="526792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F1-Score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289024" y="526792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96.5%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280190" y="603730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approach effectively detects state-of-the-art deepfakes with high precision.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42117"/>
            <a:ext cx="5396389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Use Cases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08785"/>
            <a:ext cx="522446" cy="5224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440186"/>
            <a:ext cx="238613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Online Platform Security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31520" y="3218498"/>
            <a:ext cx="2386132" cy="133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Prevent fake content distribution on social media and video platforms.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875" y="1708785"/>
            <a:ext cx="522446" cy="5224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78875" y="2440186"/>
            <a:ext cx="238613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Government and Law Enforcement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3378875" y="3218498"/>
            <a:ext cx="2386132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Authenticate videos for investigations and public safety.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6229" y="1708785"/>
            <a:ext cx="522446" cy="5224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26229" y="2440186"/>
            <a:ext cx="2386251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Academic Research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026229" y="3218498"/>
            <a:ext cx="238625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Study and develop countermeasures for synthetic media threats.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974312"/>
            <a:ext cx="522446" cy="52244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520" y="5705713"/>
            <a:ext cx="238613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Corporate Compliance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731520" y="6484025"/>
            <a:ext cx="2386132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video interviews and identity verification processes.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16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Takeaways and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09399"/>
            <a:ext cx="170021" cy="354330"/>
          </a:xfrm>
          <a:prstGeom prst="roundRect">
            <a:avLst>
              <a:gd name="adj" fmla="val 12007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303973" y="2809399"/>
            <a:ext cx="49174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Deepfakes pose serious societal risks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133951" y="3390543"/>
            <a:ext cx="170021" cy="708660"/>
          </a:xfrm>
          <a:prstGeom prst="roundRect">
            <a:avLst>
              <a:gd name="adj" fmla="val 12007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44134" y="3390543"/>
            <a:ext cx="67060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techniques like CNNs and attention models excel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474232" y="4326017"/>
            <a:ext cx="170021" cy="708660"/>
          </a:xfrm>
          <a:prstGeom prst="roundRect">
            <a:avLst>
              <a:gd name="adj" fmla="val 12007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984415" y="4326017"/>
            <a:ext cx="63657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Ongoing training and data diversity are essential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814513" y="5261491"/>
            <a:ext cx="170021" cy="708660"/>
          </a:xfrm>
          <a:prstGeom prst="roundRect">
            <a:avLst>
              <a:gd name="adj" fmla="val 12007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324695" y="5261491"/>
            <a:ext cx="60255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work: real-time detection and cross-modal analysis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3790" y="645211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Continued innovation will strengthen defenses against synthetic media threats.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3475F-7784-979F-0D65-742426744CAF}"/>
              </a:ext>
            </a:extLst>
          </p:cNvPr>
          <p:cNvSpPr txBox="1"/>
          <p:nvPr/>
        </p:nvSpPr>
        <p:spPr>
          <a:xfrm>
            <a:off x="2581155" y="3489029"/>
            <a:ext cx="901667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Thank you</a:t>
            </a:r>
            <a:endParaRPr lang="en-IN" sz="11500" b="1" dirty="0"/>
          </a:p>
        </p:txBody>
      </p:sp>
    </p:spTree>
    <p:extLst>
      <p:ext uri="{BB962C8B-B14F-4D97-AF65-F5344CB8AC3E}">
        <p14:creationId xmlns:p14="http://schemas.microsoft.com/office/powerpoint/2010/main" val="98805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422</Words>
  <Application>Microsoft Office PowerPoint</Application>
  <PresentationFormat>Custom</PresentationFormat>
  <Paragraphs>87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 Bharath</cp:lastModifiedBy>
  <cp:revision>2</cp:revision>
  <dcterms:created xsi:type="dcterms:W3CDTF">2025-05-06T09:16:45Z</dcterms:created>
  <dcterms:modified xsi:type="dcterms:W3CDTF">2025-05-14T06:21:39Z</dcterms:modified>
</cp:coreProperties>
</file>